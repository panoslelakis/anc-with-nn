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8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DC138B-CE07-4814-86DA-E7A5CA282032}" v="5" dt="2025-09-22T15:07:09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05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os Lelakis" userId="a525b8895717ea45" providerId="LiveId" clId="{ABFAE09E-7FF2-43A3-9450-609337CB9D3E}"/>
    <pc:docChg chg="undo custSel modSld">
      <pc:chgData name="Panos Lelakis" userId="a525b8895717ea45" providerId="LiveId" clId="{ABFAE09E-7FF2-43A3-9450-609337CB9D3E}" dt="2025-09-22T15:24:06.374" v="2131" actId="14100"/>
      <pc:docMkLst>
        <pc:docMk/>
      </pc:docMkLst>
      <pc:sldChg chg="modSp mod">
        <pc:chgData name="Panos Lelakis" userId="a525b8895717ea45" providerId="LiveId" clId="{ABFAE09E-7FF2-43A3-9450-609337CB9D3E}" dt="2025-09-21T19:54:23.212" v="1165" actId="20577"/>
        <pc:sldMkLst>
          <pc:docMk/>
          <pc:sldMk cId="3914132045" sldId="256"/>
        </pc:sldMkLst>
        <pc:spChg chg="mod">
          <ac:chgData name="Panos Lelakis" userId="a525b8895717ea45" providerId="LiveId" clId="{ABFAE09E-7FF2-43A3-9450-609337CB9D3E}" dt="2025-09-21T19:54:23.212" v="1165" actId="20577"/>
          <ac:spMkLst>
            <pc:docMk/>
            <pc:sldMk cId="3914132045" sldId="256"/>
            <ac:spMk id="2" creationId="{00000000-0000-0000-0000-000000000000}"/>
          </ac:spMkLst>
        </pc:spChg>
        <pc:spChg chg="mod">
          <ac:chgData name="Panos Lelakis" userId="a525b8895717ea45" providerId="LiveId" clId="{ABFAE09E-7FF2-43A3-9450-609337CB9D3E}" dt="2025-09-21T18:43:06.628" v="119" actId="20577"/>
          <ac:spMkLst>
            <pc:docMk/>
            <pc:sldMk cId="3914132045" sldId="256"/>
            <ac:spMk id="3" creationId="{00000000-0000-0000-0000-000000000000}"/>
          </ac:spMkLst>
        </pc:spChg>
      </pc:sldChg>
      <pc:sldChg chg="modSp mod">
        <pc:chgData name="Panos Lelakis" userId="a525b8895717ea45" providerId="LiveId" clId="{ABFAE09E-7FF2-43A3-9450-609337CB9D3E}" dt="2025-09-21T20:24:10.299" v="1189" actId="20577"/>
        <pc:sldMkLst>
          <pc:docMk/>
          <pc:sldMk cId="4089819801" sldId="258"/>
        </pc:sldMkLst>
        <pc:spChg chg="mod">
          <ac:chgData name="Panos Lelakis" userId="a525b8895717ea45" providerId="LiveId" clId="{ABFAE09E-7FF2-43A3-9450-609337CB9D3E}" dt="2025-09-21T18:51:57.038" v="1127" actId="20577"/>
          <ac:spMkLst>
            <pc:docMk/>
            <pc:sldMk cId="4089819801" sldId="258"/>
            <ac:spMk id="3" creationId="{00000000-0000-0000-0000-000000000000}"/>
          </ac:spMkLst>
        </pc:spChg>
        <pc:spChg chg="mod">
          <ac:chgData name="Panos Lelakis" userId="a525b8895717ea45" providerId="LiveId" clId="{ABFAE09E-7FF2-43A3-9450-609337CB9D3E}" dt="2025-09-21T20:24:10.299" v="1189" actId="20577"/>
          <ac:spMkLst>
            <pc:docMk/>
            <pc:sldMk cId="4089819801" sldId="258"/>
            <ac:spMk id="11" creationId="{00000000-0000-0000-0000-000000000000}"/>
          </ac:spMkLst>
        </pc:spChg>
      </pc:sldChg>
      <pc:sldChg chg="addSp modSp mod">
        <pc:chgData name="Panos Lelakis" userId="a525b8895717ea45" providerId="LiveId" clId="{ABFAE09E-7FF2-43A3-9450-609337CB9D3E}" dt="2025-09-22T15:24:06.374" v="2131" actId="14100"/>
        <pc:sldMkLst>
          <pc:docMk/>
          <pc:sldMk cId="3481748934" sldId="259"/>
        </pc:sldMkLst>
        <pc:spChg chg="mod">
          <ac:chgData name="Panos Lelakis" userId="a525b8895717ea45" providerId="LiveId" clId="{ABFAE09E-7FF2-43A3-9450-609337CB9D3E}" dt="2025-09-22T15:23:15.404" v="2125" actId="14100"/>
          <ac:spMkLst>
            <pc:docMk/>
            <pc:sldMk cId="3481748934" sldId="259"/>
            <ac:spMk id="3" creationId="{00000000-0000-0000-0000-000000000000}"/>
          </ac:spMkLst>
        </pc:spChg>
        <pc:spChg chg="mod">
          <ac:chgData name="Panos Lelakis" userId="a525b8895717ea45" providerId="LiveId" clId="{ABFAE09E-7FF2-43A3-9450-609337CB9D3E}" dt="2025-09-21T20:25:09.687" v="1190"/>
          <ac:spMkLst>
            <pc:docMk/>
            <pc:sldMk cId="3481748934" sldId="259"/>
            <ac:spMk id="11" creationId="{00000000-0000-0000-0000-000000000000}"/>
          </ac:spMkLst>
        </pc:spChg>
        <pc:picChg chg="add mod">
          <ac:chgData name="Panos Lelakis" userId="a525b8895717ea45" providerId="LiveId" clId="{ABFAE09E-7FF2-43A3-9450-609337CB9D3E}" dt="2025-09-22T15:24:06.374" v="2131" actId="14100"/>
          <ac:picMkLst>
            <pc:docMk/>
            <pc:sldMk cId="3481748934" sldId="259"/>
            <ac:picMk id="5" creationId="{7DE4E81E-0D91-6F57-9CC0-ED0C5F045DE1}"/>
          </ac:picMkLst>
        </pc:picChg>
      </pc:sldChg>
      <pc:sldChg chg="modSp mod">
        <pc:chgData name="Panos Lelakis" userId="a525b8895717ea45" providerId="LiveId" clId="{ABFAE09E-7FF2-43A3-9450-609337CB9D3E}" dt="2025-09-22T15:07:48.943" v="1915" actId="20577"/>
        <pc:sldMkLst>
          <pc:docMk/>
          <pc:sldMk cId="3577133844" sldId="261"/>
        </pc:sldMkLst>
        <pc:spChg chg="mod">
          <ac:chgData name="Panos Lelakis" userId="a525b8895717ea45" providerId="LiveId" clId="{ABFAE09E-7FF2-43A3-9450-609337CB9D3E}" dt="2025-09-22T15:07:48.943" v="1915" actId="20577"/>
          <ac:spMkLst>
            <pc:docMk/>
            <pc:sldMk cId="3577133844" sldId="261"/>
            <ac:spMk id="3" creationId="{00000000-0000-0000-0000-000000000000}"/>
          </ac:spMkLst>
        </pc:spChg>
        <pc:spChg chg="mod">
          <ac:chgData name="Panos Lelakis" userId="a525b8895717ea45" providerId="LiveId" clId="{ABFAE09E-7FF2-43A3-9450-609337CB9D3E}" dt="2025-09-21T20:25:14.562" v="1191"/>
          <ac:spMkLst>
            <pc:docMk/>
            <pc:sldMk cId="3577133844" sldId="261"/>
            <ac:spMk id="11" creationId="{00000000-0000-0000-0000-000000000000}"/>
          </ac:spMkLst>
        </pc:spChg>
      </pc:sldChg>
      <pc:sldChg chg="modSp mod">
        <pc:chgData name="Panos Lelakis" userId="a525b8895717ea45" providerId="LiveId" clId="{ABFAE09E-7FF2-43A3-9450-609337CB9D3E}" dt="2025-09-22T15:19:30.121" v="2116" actId="20577"/>
        <pc:sldMkLst>
          <pc:docMk/>
          <pc:sldMk cId="2362840975" sldId="262"/>
        </pc:sldMkLst>
        <pc:spChg chg="mod">
          <ac:chgData name="Panos Lelakis" userId="a525b8895717ea45" providerId="LiveId" clId="{ABFAE09E-7FF2-43A3-9450-609337CB9D3E}" dt="2025-09-22T15:19:30.121" v="2116" actId="20577"/>
          <ac:spMkLst>
            <pc:docMk/>
            <pc:sldMk cId="2362840975" sldId="262"/>
            <ac:spMk id="3" creationId="{00000000-0000-0000-0000-000000000000}"/>
          </ac:spMkLst>
        </pc:spChg>
        <pc:spChg chg="mod">
          <ac:chgData name="Panos Lelakis" userId="a525b8895717ea45" providerId="LiveId" clId="{ABFAE09E-7FF2-43A3-9450-609337CB9D3E}" dt="2025-09-21T20:25:19.896" v="1192"/>
          <ac:spMkLst>
            <pc:docMk/>
            <pc:sldMk cId="2362840975" sldId="262"/>
            <ac:spMk id="11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48114-68A1-4287-AC3F-32E290DAB00A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l-GR"/>
              <a:t>Ομάδα &lt;ΧΧ&gt; - &lt;Τίτλος Εργασίας&gt;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DBF26-A543-4060-8F9A-6E0DEA0150A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3537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BB701-3101-480F-9CF1-BB5FF4C72247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l-GR"/>
              <a:t>Ομάδα &lt;ΧΧ&gt; - &lt;Τίτλος Εργασίας&gt;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8B8EC-93AF-40CC-AF9B-75992D3881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6366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8B8EC-93AF-40CC-AF9B-75992D38812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Ομάδα &lt;ΧΧ&gt; - &lt;Τίτλος Εργασίας&gt;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8B8EC-93AF-40CC-AF9B-75992D38812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Ομάδα &lt;ΧΧ&gt; - &lt;Τίτλος Εργασίας&gt;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03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8B8EC-93AF-40CC-AF9B-75992D38812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Ομάδα &lt;ΧΧ&gt; - &lt;Τίτλος Εργασίας&gt;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03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8B8EC-93AF-40CC-AF9B-75992D38812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Ομάδα &lt;ΧΧ&gt; - &lt;Τίτλος Εργασίας&gt;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0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27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6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7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4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3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5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8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28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2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61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0EA6-77B3-4FC7-B955-CC8FC23785D0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1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E0EA6-77B3-4FC7-B955-CC8FC23785D0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0321E-C18D-4B49-9E22-A08BE95ABC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00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30598"/>
            <a:ext cx="9144000" cy="2471627"/>
          </a:xfrm>
        </p:spPr>
        <p:txBody>
          <a:bodyPr>
            <a:normAutofit/>
          </a:bodyPr>
          <a:lstStyle/>
          <a:p>
            <a:r>
              <a:rPr lang="el-GR" sz="2800" dirty="0"/>
              <a:t>ΔΙΠΛΩΜΑΤΙΚΗ ΕΡΓΑΣΙΑ ΣΤΟ ΠΕΔΙΟ ΤΗΣ ΨΗΦΙΑΚΗΣ ΤΕΧΝΟΛΟΓΙΑΣ ΗΧΟΥ ΚΑΙ ΑΚΟΥΣΤΙΚΗΣ</a:t>
            </a:r>
            <a:br>
              <a:rPr lang="el-GR" sz="2800" dirty="0"/>
            </a:br>
            <a:br>
              <a:rPr lang="el-GR" sz="2800" dirty="0"/>
            </a:br>
            <a:r>
              <a:rPr lang="el-GR" sz="3200" b="1" dirty="0"/>
              <a:t>Τίτλος: </a:t>
            </a:r>
            <a:r>
              <a:rPr lang="en-US" sz="3200" b="1" dirty="0"/>
              <a:t>ANC </a:t>
            </a:r>
            <a:r>
              <a:rPr lang="el-GR" sz="3200" b="1" dirty="0"/>
              <a:t>με</a:t>
            </a:r>
            <a:r>
              <a:rPr lang="en-US" sz="3200" b="1" dirty="0"/>
              <a:t> </a:t>
            </a:r>
            <a:r>
              <a:rPr lang="el-GR" sz="3200" b="1" dirty="0"/>
              <a:t>Νευρωνικά Δίκτυα</a:t>
            </a:r>
            <a:br>
              <a:rPr lang="el-GR" sz="2800" dirty="0"/>
            </a:br>
            <a:r>
              <a:rPr lang="el-GR" sz="2800" b="1" dirty="0" err="1"/>
              <a:t>Ημ</a:t>
            </a:r>
            <a:r>
              <a:rPr lang="el-GR" sz="2800" b="1" dirty="0"/>
              <a:t>/</a:t>
            </a:r>
            <a:r>
              <a:rPr lang="el-GR" sz="2800" b="1" dirty="0" err="1"/>
              <a:t>νία</a:t>
            </a:r>
            <a:r>
              <a:rPr lang="el-GR" sz="2800" b="1" dirty="0"/>
              <a:t> έναρξης: Οκτώβριος 2024</a:t>
            </a:r>
            <a:br>
              <a:rPr lang="el-GR" sz="2400" dirty="0"/>
            </a:b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342" y="3069203"/>
            <a:ext cx="9144000" cy="2952879"/>
          </a:xfrm>
        </p:spPr>
        <p:txBody>
          <a:bodyPr>
            <a:normAutofit/>
          </a:bodyPr>
          <a:lstStyle/>
          <a:p>
            <a:r>
              <a:rPr lang="el-GR" dirty="0"/>
              <a:t>Ονοματεπώνυμο: Πάνος Λελάκης</a:t>
            </a:r>
          </a:p>
          <a:p>
            <a:r>
              <a:rPr lang="el-GR" dirty="0"/>
              <a:t>ΑΜ: 1083712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08874" y="6391413"/>
            <a:ext cx="997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 – Πανεπιστήμιο Πατρών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43392" y="6391413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132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542" y="110680"/>
            <a:ext cx="10515600" cy="1325563"/>
          </a:xfrm>
        </p:spPr>
        <p:txBody>
          <a:bodyPr/>
          <a:lstStyle/>
          <a:p>
            <a:r>
              <a:rPr lang="el-GR" sz="2800" dirty="0" err="1">
                <a:latin typeface="+mn-lt"/>
              </a:rPr>
              <a:t>Εισαγωγ</a:t>
            </a:r>
            <a:r>
              <a:rPr lang="el-CY" sz="2800" dirty="0">
                <a:latin typeface="+mn-lt"/>
              </a:rPr>
              <a:t>ή-</a:t>
            </a:r>
            <a:r>
              <a:rPr lang="el-GR" sz="2800" dirty="0">
                <a:latin typeface="+mn-lt"/>
              </a:rPr>
              <a:t>Σκοπός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Σκοπός: μελέτη και υλοποίηση συστήματος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ANC</a:t>
            </a:r>
            <a:endParaRPr lang="el-GR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Στόχοι: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Θεωρητική μελέτη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Υλοποίηση συμβατικών αλγορίθμων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ANC</a:t>
            </a:r>
            <a:endParaRPr lang="el-GR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Αντικατάσταση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LMS block </a:t>
            </a: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με Νευρωνικό Δίκτυο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Δοκιμές/προσομοιώσεις για διάφορες περιπτώσεις παραμέτρων/ειδών θορύβου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Σύγκριση αποτελεσμάτων και γραφικών παραστάσεων, συμπεράσματα</a:t>
            </a:r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643392" y="6391413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643392" y="6434628"/>
            <a:ext cx="4114800" cy="365125"/>
          </a:xfrm>
        </p:spPr>
        <p:txBody>
          <a:bodyPr/>
          <a:lstStyle/>
          <a:p>
            <a:pPr algn="l"/>
            <a:r>
              <a:rPr lang="el-GR" dirty="0"/>
              <a:t>Πάνος Λελάκης – </a:t>
            </a:r>
            <a:r>
              <a:rPr lang="en-US" dirty="0"/>
              <a:t>ANC </a:t>
            </a:r>
            <a:r>
              <a:rPr lang="el-GR" dirty="0"/>
              <a:t>με Νευρωνικά Δίκτυα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807984" y="959877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819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542" y="110680"/>
            <a:ext cx="10515600" cy="1325563"/>
          </a:xfrm>
        </p:spPr>
        <p:txBody>
          <a:bodyPr>
            <a:normAutofit/>
          </a:bodyPr>
          <a:lstStyle/>
          <a:p>
            <a:r>
              <a:rPr lang="el-GR" sz="2800" dirty="0">
                <a:latin typeface="+mn-lt"/>
              </a:rPr>
              <a:t>Πρόοδος εργασιών</a:t>
            </a:r>
            <a:endParaRPr lang="en-US" sz="2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1093257"/>
            <a:ext cx="5583767" cy="5180539"/>
          </a:xfrm>
        </p:spPr>
        <p:txBody>
          <a:bodyPr>
            <a:normAutofit/>
          </a:bodyPr>
          <a:lstStyle/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Εργασίες που έχουν γίνει: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Εις βάθος κατανόηση της θεωρίας των συμβατικών αλγορίθμων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ANC</a:t>
            </a:r>
            <a:endParaRPr lang="el-GR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Υλοποίηση συμβατικών αλγορίθμων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Δημιουργία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GUI </a:t>
            </a: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για απλούστευση διεργασιών και καλύτερη εμφάνιση αποτελεσμάτων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Υποστήριξη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 simulation </a:t>
            </a: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(ταυτόχρονη εκτέλεση πολλαπλών προσομοιώσεων και εύρεση βέλτιστου ζεύγους παραμέτρων για κάθε περίπτωση θορύβου)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Εμφάνιση βέλτιστων </a:t>
            </a:r>
          </a:p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Εργασίες που γίνονται αυτή τη στιγμή: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Debugging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Σύνταξη εκτενούς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report </a:t>
            </a: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με ό,τι έχει γίνει μέχρι τώρα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Οργάνωση ενδεικτικών αποτελεσμάτων και γραφικών παραστάσεων από προσομοιώσεις για διάφορες περιπτώσεις παραμέτρων και θορύβων</a:t>
            </a:r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643392" y="6391413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643392" y="6434628"/>
            <a:ext cx="4114800" cy="365125"/>
          </a:xfrm>
        </p:spPr>
        <p:txBody>
          <a:bodyPr/>
          <a:lstStyle/>
          <a:p>
            <a:pPr algn="l"/>
            <a:r>
              <a:rPr lang="el-GR" dirty="0"/>
              <a:t>Πάνος Λελάκης - </a:t>
            </a:r>
            <a:r>
              <a:rPr lang="en-US" dirty="0"/>
              <a:t>ANC </a:t>
            </a:r>
            <a:r>
              <a:rPr lang="el-GR" dirty="0"/>
              <a:t>με Νευρωνικά Δίκτυα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807984" y="959877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DE4E81E-0D91-6F57-9CC0-ED0C5F045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671" y="1693946"/>
            <a:ext cx="6519329" cy="369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748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542" y="110680"/>
            <a:ext cx="10515600" cy="1325563"/>
          </a:xfrm>
        </p:spPr>
        <p:txBody>
          <a:bodyPr>
            <a:normAutofit/>
          </a:bodyPr>
          <a:lstStyle/>
          <a:p>
            <a:r>
              <a:rPr lang="el-GR" sz="2800" dirty="0">
                <a:latin typeface="+mn-lt"/>
              </a:rPr>
              <a:t>Μελλοντικές εργασίες</a:t>
            </a:r>
            <a:endParaRPr lang="en-US" sz="2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Ολοκλήρωση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report, 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αποτελεσμάτων, γραφικών</a:t>
            </a:r>
          </a:p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Ολοκλήρωση θεωρητικής μελέτης Μηχανικής Μάθησης / Νευρωνικών Δικτύων</a:t>
            </a:r>
          </a:p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Αντικατάσταση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LMS block </a:t>
            </a:r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με Νευρωνικό Δίκτυο</a:t>
            </a:r>
          </a:p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Οργάνωση και σύγκριση αποτελεσμάτων και γραφικών παραστάσεων</a:t>
            </a:r>
          </a:p>
          <a:p>
            <a:r>
              <a:rPr lang="el-GR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Σύνταξη κειμένου διπλωματικής εργασίας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643392" y="6391413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643392" y="6434628"/>
            <a:ext cx="4114800" cy="365125"/>
          </a:xfrm>
        </p:spPr>
        <p:txBody>
          <a:bodyPr/>
          <a:lstStyle/>
          <a:p>
            <a:pPr algn="l"/>
            <a:r>
              <a:rPr lang="el-GR" dirty="0"/>
              <a:t>Πάνος Λελάκης - </a:t>
            </a:r>
            <a:r>
              <a:rPr lang="en-US" dirty="0"/>
              <a:t>ANC </a:t>
            </a:r>
            <a:r>
              <a:rPr lang="el-GR" dirty="0"/>
              <a:t>με Νευρωνικά Δίκτυα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807984" y="959877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133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542" y="110680"/>
            <a:ext cx="10515600" cy="1325563"/>
          </a:xfrm>
        </p:spPr>
        <p:txBody>
          <a:bodyPr>
            <a:normAutofit/>
          </a:bodyPr>
          <a:lstStyle/>
          <a:p>
            <a:r>
              <a:rPr lang="el-GR" sz="2800" dirty="0">
                <a:latin typeface="+mn-lt"/>
              </a:rPr>
              <a:t>Αναφορές</a:t>
            </a:r>
            <a:endParaRPr lang="en-US" sz="2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</a:t>
            </a:r>
            <a:r>
              <a:rPr lang="el-GR" dirty="0"/>
              <a:t>(κώδικας</a:t>
            </a:r>
            <a:r>
              <a:rPr lang="en-US" dirty="0"/>
              <a:t> + noise wavs</a:t>
            </a:r>
            <a:r>
              <a:rPr lang="el-GR" dirty="0"/>
              <a:t>)</a:t>
            </a:r>
            <a:endParaRPr lang="en-US" dirty="0"/>
          </a:p>
          <a:p>
            <a:r>
              <a:rPr lang="en-US" dirty="0"/>
              <a:t>Papers</a:t>
            </a:r>
            <a:r>
              <a:rPr lang="el-GR" dirty="0"/>
              <a:t> (θεωρία)</a:t>
            </a:r>
            <a:endParaRPr lang="en-US" dirty="0"/>
          </a:p>
          <a:p>
            <a:r>
              <a:rPr lang="en-US" dirty="0"/>
              <a:t>ANC </a:t>
            </a:r>
            <a:r>
              <a:rPr lang="el-GR" dirty="0"/>
              <a:t>βιβλίο + 2 </a:t>
            </a:r>
            <a:r>
              <a:rPr lang="en-US" dirty="0"/>
              <a:t>ML </a:t>
            </a:r>
            <a:r>
              <a:rPr lang="el-GR" dirty="0"/>
              <a:t>βιβλία (θεωρία)</a:t>
            </a:r>
          </a:p>
          <a:p>
            <a:r>
              <a:rPr lang="en-US" dirty="0" err="1"/>
              <a:t>Stackoverflow</a:t>
            </a:r>
            <a:r>
              <a:rPr lang="el-GR" dirty="0"/>
              <a:t> (κώδικας)</a:t>
            </a:r>
          </a:p>
          <a:p>
            <a:r>
              <a:rPr lang="en-US" dirty="0" err="1"/>
              <a:t>Geeksforgeeks</a:t>
            </a:r>
            <a:r>
              <a:rPr lang="en-US" dirty="0"/>
              <a:t> (</a:t>
            </a:r>
            <a:r>
              <a:rPr lang="el-GR" dirty="0"/>
              <a:t>κώδικας + θεωρία)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43392" y="6391413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643392" y="6434628"/>
            <a:ext cx="4114800" cy="365125"/>
          </a:xfrm>
        </p:spPr>
        <p:txBody>
          <a:bodyPr/>
          <a:lstStyle/>
          <a:p>
            <a:pPr algn="l"/>
            <a:r>
              <a:rPr lang="el-GR" dirty="0"/>
              <a:t>Πάνος Λελάκης - </a:t>
            </a:r>
            <a:r>
              <a:rPr lang="en-US" dirty="0"/>
              <a:t>ANC </a:t>
            </a:r>
            <a:r>
              <a:rPr lang="el-GR" dirty="0"/>
              <a:t>με Νευρωνικά Δίκτυα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807984" y="959877"/>
            <a:ext cx="1090190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840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298</Words>
  <Application>Microsoft Office PowerPoint</Application>
  <PresentationFormat>Widescreen</PresentationFormat>
  <Paragraphs>47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Verdana</vt:lpstr>
      <vt:lpstr>Wingdings</vt:lpstr>
      <vt:lpstr>Office Theme</vt:lpstr>
      <vt:lpstr>ΔΙΠΛΩΜΑΤΙΚΗ ΕΡΓΑΣΙΑ ΣΤΟ ΠΕΔΙΟ ΤΗΣ ΨΗΦΙΑΚΗΣ ΤΕΧΝΟΛΟΓΙΑΣ ΗΧΟΥ ΚΑΙ ΑΚΟΥΣΤΙΚΗΣ  Τίτλος: ANC με Νευρωνικά Δίκτυα Ημ/νία έναρξης: Οκτώβριος 2024 </vt:lpstr>
      <vt:lpstr>Εισαγωγή-Σκοπός</vt:lpstr>
      <vt:lpstr>Πρόοδος εργασιών</vt:lpstr>
      <vt:lpstr>Μελλοντικές εργασίες</vt:lpstr>
      <vt:lpstr>Αναφορές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Εισαγωγή στην επιστήμη του Ηλεκτρολόγου Μηχανικού &lt;ΤΙΤΛΟΣ ΕΡΓΑΣΙΑΣ&gt; &lt;ΟΜΑΔΑ&gt;</dc:title>
  <dc:creator>Gavriil</dc:creator>
  <cp:lastModifiedBy>Panos Lelakis</cp:lastModifiedBy>
  <cp:revision>9</cp:revision>
  <dcterms:created xsi:type="dcterms:W3CDTF">2016-06-23T06:09:56Z</dcterms:created>
  <dcterms:modified xsi:type="dcterms:W3CDTF">2025-09-22T15:24:11Z</dcterms:modified>
</cp:coreProperties>
</file>