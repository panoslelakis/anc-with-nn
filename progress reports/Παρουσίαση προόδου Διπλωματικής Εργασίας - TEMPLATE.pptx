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3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5E8EB6-3627-4157-B78B-687BF563BD3D}" v="8" dt="2025-09-21T20:24:57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os Lelakis" userId="a525b8895717ea45" providerId="LiveId" clId="{ABFAE09E-7FF2-43A3-9450-609337CB9D3E}"/>
    <pc:docChg chg="custSel addSld delSld modSld">
      <pc:chgData name="Panos Lelakis" userId="a525b8895717ea45" providerId="LiveId" clId="{ABFAE09E-7FF2-43A3-9450-609337CB9D3E}" dt="2025-09-21T20:24:57.932" v="82"/>
      <pc:docMkLst>
        <pc:docMk/>
      </pc:docMkLst>
      <pc:sldChg chg="modSp mod">
        <pc:chgData name="Panos Lelakis" userId="a525b8895717ea45" providerId="LiveId" clId="{ABFAE09E-7FF2-43A3-9450-609337CB9D3E}" dt="2025-09-21T20:24:26.279" v="76" actId="20577"/>
        <pc:sldMkLst>
          <pc:docMk/>
          <pc:sldMk cId="3914132045" sldId="256"/>
        </pc:sldMkLst>
        <pc:spChg chg="mod">
          <ac:chgData name="Panos Lelakis" userId="a525b8895717ea45" providerId="LiveId" clId="{ABFAE09E-7FF2-43A3-9450-609337CB9D3E}" dt="2025-09-21T20:24:26.279" v="76" actId="20577"/>
          <ac:spMkLst>
            <pc:docMk/>
            <pc:sldMk cId="3914132045" sldId="256"/>
            <ac:spMk id="2" creationId="{00000000-0000-0000-0000-000000000000}"/>
          </ac:spMkLst>
        </pc:spChg>
        <pc:spChg chg="mod">
          <ac:chgData name="Panos Lelakis" userId="a525b8895717ea45" providerId="LiveId" clId="{ABFAE09E-7FF2-43A3-9450-609337CB9D3E}" dt="2025-09-21T18:51:06.802" v="2"/>
          <ac:spMkLst>
            <pc:docMk/>
            <pc:sldMk cId="3914132045" sldId="256"/>
            <ac:spMk id="3" creationId="{00000000-0000-0000-0000-000000000000}"/>
          </ac:spMkLst>
        </pc:spChg>
      </pc:sldChg>
      <pc:sldChg chg="del">
        <pc:chgData name="Panos Lelakis" userId="a525b8895717ea45" providerId="LiveId" clId="{ABFAE09E-7FF2-43A3-9450-609337CB9D3E}" dt="2025-09-21T18:52:11.889" v="11" actId="2696"/>
        <pc:sldMkLst>
          <pc:docMk/>
          <pc:sldMk cId="4089819801" sldId="258"/>
        </pc:sldMkLst>
      </pc:sldChg>
      <pc:sldChg chg="modSp mod">
        <pc:chgData name="Panos Lelakis" userId="a525b8895717ea45" providerId="LiveId" clId="{ABFAE09E-7FF2-43A3-9450-609337CB9D3E}" dt="2025-09-21T20:24:48.159" v="80"/>
        <pc:sldMkLst>
          <pc:docMk/>
          <pc:sldMk cId="3481748934" sldId="259"/>
        </pc:sldMkLst>
        <pc:spChg chg="mod">
          <ac:chgData name="Panos Lelakis" userId="a525b8895717ea45" providerId="LiveId" clId="{ABFAE09E-7FF2-43A3-9450-609337CB9D3E}" dt="2025-09-21T20:24:48.159" v="80"/>
          <ac:spMkLst>
            <pc:docMk/>
            <pc:sldMk cId="3481748934" sldId="259"/>
            <ac:spMk id="11" creationId="{00000000-0000-0000-0000-000000000000}"/>
          </ac:spMkLst>
        </pc:spChg>
      </pc:sldChg>
      <pc:sldChg chg="modSp mod">
        <pc:chgData name="Panos Lelakis" userId="a525b8895717ea45" providerId="LiveId" clId="{ABFAE09E-7FF2-43A3-9450-609337CB9D3E}" dt="2025-09-21T20:24:53.214" v="81"/>
        <pc:sldMkLst>
          <pc:docMk/>
          <pc:sldMk cId="3577133844" sldId="261"/>
        </pc:sldMkLst>
        <pc:spChg chg="mod">
          <ac:chgData name="Panos Lelakis" userId="a525b8895717ea45" providerId="LiveId" clId="{ABFAE09E-7FF2-43A3-9450-609337CB9D3E}" dt="2025-09-21T20:24:53.214" v="81"/>
          <ac:spMkLst>
            <pc:docMk/>
            <pc:sldMk cId="3577133844" sldId="261"/>
            <ac:spMk id="11" creationId="{00000000-0000-0000-0000-000000000000}"/>
          </ac:spMkLst>
        </pc:spChg>
      </pc:sldChg>
      <pc:sldChg chg="modSp mod">
        <pc:chgData name="Panos Lelakis" userId="a525b8895717ea45" providerId="LiveId" clId="{ABFAE09E-7FF2-43A3-9450-609337CB9D3E}" dt="2025-09-21T20:24:57.932" v="82"/>
        <pc:sldMkLst>
          <pc:docMk/>
          <pc:sldMk cId="2362840975" sldId="262"/>
        </pc:sldMkLst>
        <pc:spChg chg="mod">
          <ac:chgData name="Panos Lelakis" userId="a525b8895717ea45" providerId="LiveId" clId="{ABFAE09E-7FF2-43A3-9450-609337CB9D3E}" dt="2025-09-21T20:24:57.932" v="82"/>
          <ac:spMkLst>
            <pc:docMk/>
            <pc:sldMk cId="2362840975" sldId="262"/>
            <ac:spMk id="11" creationId="{00000000-0000-0000-0000-000000000000}"/>
          </ac:spMkLst>
        </pc:spChg>
      </pc:sldChg>
      <pc:sldChg chg="modSp add mod">
        <pc:chgData name="Panos Lelakis" userId="a525b8895717ea45" providerId="LiveId" clId="{ABFAE09E-7FF2-43A3-9450-609337CB9D3E}" dt="2025-09-21T20:24:41.031" v="79" actId="20577"/>
        <pc:sldMkLst>
          <pc:docMk/>
          <pc:sldMk cId="1571634509" sldId="263"/>
        </pc:sldMkLst>
        <pc:spChg chg="mod">
          <ac:chgData name="Panos Lelakis" userId="a525b8895717ea45" providerId="LiveId" clId="{ABFAE09E-7FF2-43A3-9450-609337CB9D3E}" dt="2025-09-21T20:24:41.031" v="79" actId="20577"/>
          <ac:spMkLst>
            <pc:docMk/>
            <pc:sldMk cId="1571634509" sldId="263"/>
            <ac:spMk id="1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48114-68A1-4287-AC3F-32E290DAB00A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l-GR"/>
              <a:t>Ομάδα &lt;ΧΧ&gt; - &lt;Τίτλος Εργασίας&gt;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DBF26-A543-4060-8F9A-6E0DEA0150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3537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BB701-3101-480F-9CF1-BB5FF4C72247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l-GR"/>
              <a:t>Ομάδα &lt;ΧΧ&gt; - &lt;Τίτλος Εργασίας&gt;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8B8EC-93AF-40CC-AF9B-75992D3881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366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03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3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2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7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4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3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8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8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6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1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E0EA6-77B3-4FC7-B955-CC8FC23785D0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0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30598"/>
            <a:ext cx="9144000" cy="2471627"/>
          </a:xfrm>
        </p:spPr>
        <p:txBody>
          <a:bodyPr>
            <a:normAutofit/>
          </a:bodyPr>
          <a:lstStyle/>
          <a:p>
            <a:r>
              <a:rPr lang="el-GR" sz="2800" dirty="0"/>
              <a:t>ΔΙΠΛΩΜΑΤΙΚΗ ΕΡΓΑΣΙΑ ΣΤΟ ΠΕΔΙΟ ΤΗΣ ΨΗΦΙΑΚΗΣ ΤΕΧΝΟΛΟΓΙΑΣ ΗΧΟΥ ΚΑΙ ΑΚΟΥΣΤΙΚΗΣ</a:t>
            </a:r>
            <a:br>
              <a:rPr lang="el-GR" sz="2800" dirty="0"/>
            </a:br>
            <a:br>
              <a:rPr lang="el-GR" sz="2800" dirty="0"/>
            </a:br>
            <a:r>
              <a:rPr lang="el-GR" sz="3200" b="1" dirty="0"/>
              <a:t>Τίτλος: </a:t>
            </a:r>
            <a:r>
              <a:rPr lang="en-US" sz="3200" b="1" dirty="0"/>
              <a:t>ANC </a:t>
            </a:r>
            <a:r>
              <a:rPr lang="el-GR" sz="3200" b="1" dirty="0"/>
              <a:t>με Νευρωνικά Δίκτυα</a:t>
            </a:r>
            <a:br>
              <a:rPr lang="el-GR" sz="2800" dirty="0"/>
            </a:br>
            <a:r>
              <a:rPr lang="el-GR" sz="2800" b="1" dirty="0" err="1"/>
              <a:t>Ημ</a:t>
            </a:r>
            <a:r>
              <a:rPr lang="el-GR" sz="2800" b="1" dirty="0"/>
              <a:t>/</a:t>
            </a:r>
            <a:r>
              <a:rPr lang="el-GR" sz="2800" b="1" dirty="0" err="1"/>
              <a:t>νία</a:t>
            </a:r>
            <a:r>
              <a:rPr lang="el-GR" sz="2800" b="1" dirty="0"/>
              <a:t> έναρξης: Οκτώβριος 2024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342" y="3069203"/>
            <a:ext cx="9144000" cy="2952879"/>
          </a:xfrm>
        </p:spPr>
        <p:txBody>
          <a:bodyPr>
            <a:normAutofit/>
          </a:bodyPr>
          <a:lstStyle/>
          <a:p>
            <a:r>
              <a:rPr lang="el-GR" dirty="0"/>
              <a:t>Ονοματεπώνυμο: Πάνος Λελάκης</a:t>
            </a:r>
          </a:p>
          <a:p>
            <a:r>
              <a:rPr lang="el-GR" dirty="0"/>
              <a:t>ΑΜ: 1083712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08874" y="6391413"/>
            <a:ext cx="997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 – Πανεπιστήμιο Πατρών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32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/>
          <a:lstStyle/>
          <a:p>
            <a:r>
              <a:rPr lang="el-GR" sz="2800" dirty="0" err="1">
                <a:latin typeface="+mn-lt"/>
              </a:rPr>
              <a:t>Εισαγωγ</a:t>
            </a:r>
            <a:r>
              <a:rPr lang="el-CY" sz="2800" dirty="0">
                <a:latin typeface="+mn-lt"/>
              </a:rPr>
              <a:t>ή-</a:t>
            </a:r>
            <a:r>
              <a:rPr lang="el-GR" sz="2800" dirty="0">
                <a:latin typeface="+mn-lt"/>
              </a:rPr>
              <a:t>Σκοπός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Σκοπός: μελέτη και υλοποίηση συστήματος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ANC</a:t>
            </a:r>
            <a:endParaRPr lang="el-G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Στόχοι: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Θεωρητική μελέτη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Υλοποίηση συμβατικών αλγορίθμων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ANC</a:t>
            </a:r>
            <a:endParaRPr lang="el-GR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Αντικατάσταση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LMS block </a:t>
            </a: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με Νευρωνικό Δίκτυο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Δοκιμές/προσομοιώσεις για διάφορες περιπτώσεις παραμέτρων/ειδών θορύβου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Σύγκριση αποτελεσμάτων και γραφικών παραστάσεων, συμπεράσματα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-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3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>
            <a:normAutofit/>
          </a:bodyPr>
          <a:lstStyle/>
          <a:p>
            <a:r>
              <a:rPr lang="el-GR" sz="2800" dirty="0">
                <a:latin typeface="+mn-lt"/>
              </a:rPr>
              <a:t>Πρόοδος εργασιών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Περιγραφή των εργασιών/δραστηριοτήτων που έχουν γίνει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Παρουσίαση και ανάλυση προσωρινών αποτελεσμάτων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-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74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>
            <a:normAutofit/>
          </a:bodyPr>
          <a:lstStyle/>
          <a:p>
            <a:r>
              <a:rPr lang="el-GR" sz="2800" dirty="0">
                <a:latin typeface="+mn-lt"/>
              </a:rPr>
              <a:t>Μελλοντικές εργασίες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l-G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Σημειώσεις για εργασίες/δραστηριότητες που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πρόκειται να 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γίνουν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-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13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>
            <a:normAutofit/>
          </a:bodyPr>
          <a:lstStyle/>
          <a:p>
            <a:r>
              <a:rPr lang="el-GR" sz="2800" dirty="0">
                <a:latin typeface="+mn-lt"/>
              </a:rPr>
              <a:t>Αναφορές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Εδώ </a:t>
            </a:r>
            <a:r>
              <a:rPr lang="el-CY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μπ</a:t>
            </a:r>
            <a:r>
              <a:rPr lang="el-CY" sz="1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ορείτε</a:t>
            </a:r>
            <a:r>
              <a:rPr lang="el-CY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να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αναφέρετε τις πηγές που έχουν χρησιμοποιηθεί 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Βιβλιογραφία 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Ηλεκτρονικές πηγές</a:t>
            </a:r>
          </a:p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-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840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190</Words>
  <Application>Microsoft Office PowerPoint</Application>
  <PresentationFormat>Widescreen</PresentationFormat>
  <Paragraphs>34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Wingdings</vt:lpstr>
      <vt:lpstr>Office Theme</vt:lpstr>
      <vt:lpstr>ΔΙΠΛΩΜΑΤΙΚΗ ΕΡΓΑΣΙΑ ΣΤΟ ΠΕΔΙΟ ΤΗΣ ΨΗΦΙΑΚΗΣ ΤΕΧΝΟΛΟΓΙΑΣ ΗΧΟΥ ΚΑΙ ΑΚΟΥΣΤΙΚΗΣ  Τίτλος: ANC με Νευρωνικά Δίκτυα Ημ/νία έναρξης: Οκτώβριος 2024</vt:lpstr>
      <vt:lpstr>Εισαγωγή-Σκοπός</vt:lpstr>
      <vt:lpstr>Πρόοδος εργασιών</vt:lpstr>
      <vt:lpstr>Μελλοντικές εργασίες</vt:lpstr>
      <vt:lpstr>Αναφορές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Εισαγωγή στην επιστήμη του Ηλεκτρολόγου Μηχανικού &lt;ΤΙΤΛΟΣ ΕΡΓΑΣΙΑΣ&gt; &lt;ΟΜΑΔΑ&gt;</dc:title>
  <dc:creator>Gavriil</dc:creator>
  <cp:lastModifiedBy>Panos Lelakis</cp:lastModifiedBy>
  <cp:revision>9</cp:revision>
  <dcterms:created xsi:type="dcterms:W3CDTF">2016-06-23T06:09:56Z</dcterms:created>
  <dcterms:modified xsi:type="dcterms:W3CDTF">2025-09-21T20:25:06Z</dcterms:modified>
</cp:coreProperties>
</file>